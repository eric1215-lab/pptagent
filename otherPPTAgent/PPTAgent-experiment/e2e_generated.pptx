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16"/>
    <p:sldId id="257" r:id="rId15"/>
    <p:sldId id="258" r:id="rId14"/>
    <p:sldId id="259" r:id="rId13"/>
    <p:sldId id="260" r:id="rId12"/>
    <p:sldId id="261" r:id="rId11"/>
  </p:sldIdLst>
  <p:sldSz cx="12192000" cy="6858000"/>
  <p:notesSz cx="6858000" cy="9144000"/>
  <p:embeddedFontLst>
    <p:embeddedFont>
      <p:font typeface="方正清刻本悦宋简体" panose="02010600030101010101" charset="-122"/>
      <p:regular r:id="rId18"/>
    </p:embeddedFont>
    <p:embeddedFont>
      <p:font typeface="思源黑体 CN Bold" panose="02010600030101010101" charset="-122"/>
      <p:bold r:id="rId19"/>
    </p:embeddedFont>
    <p:embeddedFont>
      <p:font typeface="思源黑体 CN Normal" panose="02010600030101010101" charset="-122"/>
      <p:regular r:id="rId20"/>
    </p:embeddedFont>
    <p:embeddedFont>
      <p:font typeface="思源宋体 CN" panose="02010600030101010101" charset="-122"/>
      <p:regular r:id="rId21"/>
    </p:embeddedFont>
    <p:embeddedFont>
      <p:font typeface="思源宋体 CN Heavy" panose="02010600030101010101" charset="-122"/>
      <p:bold r:id="rId22"/>
    </p:embeddedFont>
    <p:embeddedFont>
      <p:font typeface="Impact" panose="020B0806030902050204" pitchFamily="34" charset="0"/>
      <p:regular r:id="rId23"/>
    </p:embeddedFont>
    <p:embeddedFont>
      <p:font typeface="Perpetua Titling MT" panose="02020502060505020804" pitchFamily="18" charset="0"/>
      <p:regular r:id="rId24"/>
      <p:bold r:id="rId25"/>
    </p:embeddedFont>
    <p:embeddedFont>
      <p:font typeface="等线" panose="02010600030101010101" pitchFamily="2" charset="-122"/>
      <p:regular r:id="rId26"/>
      <p:bold r:id="rId27"/>
    </p:embeddedFont>
    <p:embeddedFont>
      <p:font typeface="微软雅黑 Light" panose="020B0502040204020203" pitchFamily="34" charset="-122"/>
      <p:regular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页" id="{57A35747-E611-4E09-B086-CE453362AD65}">
          <p14:sldIdLst>
            <p14:sldId id="256"/>
          </p14:sldIdLst>
        </p14:section>
        <p14:section name="目录页" id="{897CE4B7-F306-4572-BE56-C4BAFA6D817A}">
          <p14:sldIdLst>
            <p14:sldId id="302"/>
          </p14:sldIdLst>
        </p14:section>
        <p14:section name="过渡页" id="{02C1E603-6944-414C-8A81-AB97D98B8540}">
          <p14:sldIdLst>
            <p14:sldId id="266"/>
          </p14:sldIdLst>
        </p14:section>
        <p14:section name="内容页" id="{D7410B56-7DBC-4136-ACFC-CC737AC89DC8}">
          <p14:sldIdLst>
            <p14:sldId id="312"/>
            <p14:sldId id="322"/>
            <p14:sldId id="323"/>
            <p14:sldId id="321"/>
            <p14:sldId id="313"/>
            <p14:sldId id="314"/>
            <p14:sldId id="315"/>
            <p14:sldId id="317"/>
            <p14:sldId id="318"/>
            <p14:sldId id="319"/>
          </p14:sldIdLst>
        </p14:section>
        <p14:section name="结束页" id="{70EE070E-85F0-4EAE-83A7-99DBB8994166}">
          <p14:sldIdLst>
            <p14:sldId id="301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 b" initials="ab" lastIdx="1" clrIdx="0">
    <p:extLst>
      <p:ext uri="{19B8F6BF-5375-455C-9EA6-DF929625EA0E}">
        <p15:presenceInfo xmlns:p15="http://schemas.microsoft.com/office/powerpoint/2012/main" userId="28f1e8c97e40ef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0576"/>
    <a:srgbClr val="0E57C4"/>
    <a:srgbClr val="70328C"/>
    <a:srgbClr val="8E3BAB"/>
    <a:srgbClr val="FFFFFF"/>
    <a:srgbClr val="9F7AB0"/>
    <a:srgbClr val="1B3996"/>
    <a:srgbClr val="0C318D"/>
    <a:srgbClr val="E8E8E8"/>
    <a:srgbClr val="70F2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7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9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99D36-872F-4B27-96A1-A5DF9A4FAEF8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66BAE-C025-4D64-9D9D-5897C31534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0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526B9-BD79-4601-97D6-9AB02225D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C8A6DC-F87E-43AD-B5EC-FBBE644B1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B4F6C-BD31-40F0-9979-43C37406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B4533-54D9-4A43-A19E-06E4A68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19184-F995-4371-B2BF-2186CDEE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73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22C72-A83B-4DCF-9EFC-FA63A21C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310B7C-283E-4283-86F5-7FDBEDBC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A18CD-2617-43B4-85D6-D8B9BA31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5E9EE2-512C-4131-AE4E-424BCE69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2DBB8-A6F7-4B0B-A724-77075357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2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7C89A-DA58-4563-9D3D-12E42605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0D2539-234F-4163-8A24-EE405B1F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F2429-AA80-47BB-B50D-F927B76D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90672-251E-4D04-B9C8-0EFC39DA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F1562A-7CF8-4DC3-8A1E-139B0ED2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9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E30EC-53A1-4322-968B-67864062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0669F-DE1F-4D28-BF43-022D6C0FC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3FEEE-42BB-494F-B344-3D2BFE4F5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E2B34-91A3-422B-9F53-68169302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3EEC5C-72D4-4B88-BE55-27B888FA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BA1C9-DEF3-464E-9A40-28F7D638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4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325BB-CBCC-4C1E-83E4-08FE6ABF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61D923-9AB0-4F8D-9143-5B8C8399D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36B9D3-BEAE-44F1-BF86-322EE57F2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D167EE-BA34-4D83-8216-F7BC22F17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A36EA3-B318-4905-9CFB-6175D8B09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8C8F26-7061-46F9-87BE-F6406C28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6E8737-01EE-4DE8-AEA6-222B650C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E8CE6D-6AB8-4DF7-A6CD-5696ADF1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8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C40BF-D2AD-4D6A-A393-B844948B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D1A98D-B8A0-4010-A57B-2ABFC6FC8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8585B1-B5D4-4296-BFEC-60D68064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870252-9D37-4C54-B661-5FF9A0BB2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6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497936-5ACF-4921-AC0E-0B3553DD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E5A1B4-AFC2-4A8E-ADC9-049DD7BF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10ECA-D7EF-478D-A236-9466B1AB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8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69657-8E1D-4D3E-9931-1C0A71A1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E627FB-8624-4C4A-BBDF-070216F2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0CF96A-2224-488D-9F65-EC7E9E5B9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7A193-2F1F-4170-80A4-0A4B4C47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D0B21-B3A6-4AF3-BC0E-A64983A3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85C459-A663-491B-B78E-678E76A0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34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21CE1-9717-4A0B-B832-05D30F3C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A70688-E694-44A6-B864-2C14066E4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DBB170-DD73-4819-BCAD-71BFD65CA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7118BA-EC6F-4451-AF4C-482D3E2C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78DE57-478C-4B76-99D9-6995045C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D318F6-18D2-4407-8ED4-C282D189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3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BB067-ED24-4362-BF32-9D1B66C1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A80E7D-A29D-4805-80ED-932267FC3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86189-6C43-41AA-948B-50906FD0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6DB0C-080A-4EF5-A86C-113851DC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F7B45-681C-480E-8A07-0204AD4C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57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EEACA1-F2DB-4A4E-84F8-BB3B8FEFB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366805-4D9B-4266-8355-B88E37581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BF824-0C16-4260-9025-16FF0DCD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D99CC0-1DD5-411B-A9A4-93BAB2C7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C814B8-922E-4B4A-9887-69C40D36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405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948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B84448-A03A-4748-BAF3-06473B70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CE08A6-9A01-442A-A9D4-8254F7012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56C491-734E-4D56-98E8-04C128363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2698D-C0F2-40AE-A172-43426C930691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6A809-4320-47E1-AB73-EAC1C4FA9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9B85D-98D2-4963-BBF4-6F3A3589C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D4F91-6717-48B5-8EB6-28A9E5319F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0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479C072-1978-4193-974F-77F2B148F2F2}"/>
              </a:ext>
            </a:extLst>
          </p:cNvPr>
          <p:cNvSpPr/>
          <p:nvPr/>
        </p:nvSpPr>
        <p:spPr>
          <a:xfrm rot="10800000">
            <a:off x="965013" y="-755473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rgbClr val="9F7AB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472367C-82D2-47DB-8BDF-F8066018DA96}"/>
              </a:ext>
            </a:extLst>
          </p:cNvPr>
          <p:cNvSpPr/>
          <p:nvPr/>
        </p:nvSpPr>
        <p:spPr>
          <a:xfrm>
            <a:off x="-3914189" y="4315712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rgbClr val="9F7AB0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BFE671-6205-43F5-B5B9-1F5BE0178807}"/>
              </a:ext>
            </a:extLst>
          </p:cNvPr>
          <p:cNvSpPr txBox="1"/>
          <p:nvPr/>
        </p:nvSpPr>
        <p:spPr>
          <a:xfrm>
            <a:off x="3422103" y="2406844"/>
            <a:ext cx="556115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/>
            </a:lvl1pPr>
          </a:lstStyle>
          <a:p>
            <a:pPr defTabSz="913765">
              <a:defRPr/>
            </a:pPr>
            <a:r>
              <a:rPr lang="zh-CN" altLang="en-US" sz="9600" b="1" spc="300" dirty="0">
                <a:solidFill>
                  <a:srgbClr val="52057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Montserrat" charset="0"/>
              </a:rPr>
              <a:t>Inicio</a:t>
            </a:r>
            <a:endParaRPr lang="en-US" sz="9600" b="1" spc="300" dirty="0">
              <a:solidFill>
                <a:srgbClr val="52057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Montserrat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479C072-1978-4193-974F-77F2B148F2F2}"/>
              </a:ext>
            </a:extLst>
          </p:cNvPr>
          <p:cNvSpPr/>
          <p:nvPr/>
        </p:nvSpPr>
        <p:spPr>
          <a:xfrm rot="10800000">
            <a:off x="965013" y="-755473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rgbClr val="9F7AB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472367C-82D2-47DB-8BDF-F8066018DA96}"/>
              </a:ext>
            </a:extLst>
          </p:cNvPr>
          <p:cNvSpPr/>
          <p:nvPr/>
        </p:nvSpPr>
        <p:spPr>
          <a:xfrm>
            <a:off x="-3914189" y="4315712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rgbClr val="9F7AB0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BFE671-6205-43F5-B5B9-1F5BE0178807}"/>
              </a:ext>
            </a:extLst>
          </p:cNvPr>
          <p:cNvSpPr txBox="1"/>
          <p:nvPr/>
        </p:nvSpPr>
        <p:spPr>
          <a:xfrm>
            <a:off x="3422103" y="2406844"/>
            <a:ext cx="556115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/>
            </a:lvl1pPr>
          </a:lstStyle>
          <a:p>
            <a:pPr defTabSz="913765">
              <a:defRPr/>
            </a:pPr>
            <a:r>
              <a:rPr lang="zh-CN" altLang="en-US" sz="9600" b="1" spc="300" dirty="0">
                <a:solidFill>
                  <a:srgbClr val="52057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Montserrat" charset="0"/>
              </a:rPr>
              <a:t>Intro</a:t>
            </a:r>
            <a:endParaRPr lang="en-US" sz="9600" b="1" spc="300" dirty="0">
              <a:solidFill>
                <a:srgbClr val="52057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Montserrat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479C072-1978-4193-974F-77F2B148F2F2}"/>
              </a:ext>
            </a:extLst>
          </p:cNvPr>
          <p:cNvSpPr/>
          <p:nvPr/>
        </p:nvSpPr>
        <p:spPr>
          <a:xfrm rot="10800000">
            <a:off x="965013" y="-755473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rgbClr val="9F7AB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472367C-82D2-47DB-8BDF-F8066018DA96}"/>
              </a:ext>
            </a:extLst>
          </p:cNvPr>
          <p:cNvSpPr/>
          <p:nvPr/>
        </p:nvSpPr>
        <p:spPr>
          <a:xfrm>
            <a:off x="-3914189" y="4315712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rgbClr val="9F7AB0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BFE671-6205-43F5-B5B9-1F5BE0178807}"/>
              </a:ext>
            </a:extLst>
          </p:cNvPr>
          <p:cNvSpPr txBox="1"/>
          <p:nvPr/>
        </p:nvSpPr>
        <p:spPr>
          <a:xfrm>
            <a:off x="3422103" y="2406844"/>
            <a:ext cx="556115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/>
            </a:lvl1pPr>
          </a:lstStyle>
          <a:p>
            <a:pPr defTabSz="913765">
              <a:defRPr/>
            </a:pPr>
            <a:r>
              <a:rPr lang="zh-CN" altLang="en-US" sz="9600" b="1" spc="300" dirty="0">
                <a:solidFill>
                  <a:srgbClr val="52057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Montserrat" charset="0"/>
              </a:rPr>
              <a:t>Metodología</a:t>
            </a:r>
            <a:endParaRPr lang="en-US" sz="9600" b="1" spc="300" dirty="0">
              <a:solidFill>
                <a:srgbClr val="52057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Montserrat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479C072-1978-4193-974F-77F2B148F2F2}"/>
              </a:ext>
            </a:extLst>
          </p:cNvPr>
          <p:cNvSpPr/>
          <p:nvPr/>
        </p:nvSpPr>
        <p:spPr>
          <a:xfrm rot="10800000">
            <a:off x="965013" y="-755473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rgbClr val="9F7AB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472367C-82D2-47DB-8BDF-F8066018DA96}"/>
              </a:ext>
            </a:extLst>
          </p:cNvPr>
          <p:cNvSpPr/>
          <p:nvPr/>
        </p:nvSpPr>
        <p:spPr>
          <a:xfrm>
            <a:off x="-3914189" y="4315712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rgbClr val="9F7AB0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BFE671-6205-43F5-B5B9-1F5BE0178807}"/>
              </a:ext>
            </a:extLst>
          </p:cNvPr>
          <p:cNvSpPr txBox="1"/>
          <p:nvPr/>
        </p:nvSpPr>
        <p:spPr>
          <a:xfrm>
            <a:off x="3422103" y="2406844"/>
            <a:ext cx="556115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/>
            </a:lvl1pPr>
          </a:lstStyle>
          <a:p>
            <a:pPr defTabSz="913765">
              <a:defRPr/>
            </a:pPr>
            <a:r>
              <a:rPr lang="zh-CN" altLang="en-US" sz="9600" b="1" spc="300" dirty="0">
                <a:solidFill>
                  <a:srgbClr val="52057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Montserrat" charset="0"/>
              </a:rPr>
              <a:t>Findings</a:t>
            </a:r>
            <a:endParaRPr lang="en-US" sz="9600" b="1" spc="300" dirty="0">
              <a:solidFill>
                <a:srgbClr val="52057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Montserrat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7479C072-1978-4193-974F-77F2B148F2F2}"/>
              </a:ext>
            </a:extLst>
          </p:cNvPr>
          <p:cNvSpPr/>
          <p:nvPr/>
        </p:nvSpPr>
        <p:spPr>
          <a:xfrm rot="10800000">
            <a:off x="965013" y="-755473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rgbClr val="9F7AB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F472367C-82D2-47DB-8BDF-F8066018DA96}"/>
              </a:ext>
            </a:extLst>
          </p:cNvPr>
          <p:cNvSpPr/>
          <p:nvPr/>
        </p:nvSpPr>
        <p:spPr>
          <a:xfrm>
            <a:off x="-3914189" y="4315712"/>
            <a:ext cx="15095456" cy="3071412"/>
          </a:xfrm>
          <a:prstGeom prst="triangle">
            <a:avLst/>
          </a:prstGeom>
          <a:solidFill>
            <a:srgbClr val="70328C"/>
          </a:solidFill>
          <a:ln>
            <a:solidFill>
              <a:srgbClr val="7032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rgbClr val="9F7AB0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CBFE671-6205-43F5-B5B9-1F5BE0178807}"/>
              </a:ext>
            </a:extLst>
          </p:cNvPr>
          <p:cNvSpPr txBox="1"/>
          <p:nvPr/>
        </p:nvSpPr>
        <p:spPr>
          <a:xfrm>
            <a:off x="3422103" y="2406844"/>
            <a:ext cx="5561153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>
              <a:defRPr/>
            </a:lvl1pPr>
          </a:lstStyle>
          <a:p>
            <a:pPr defTabSz="913765">
              <a:defRPr/>
            </a:pPr>
            <a:r>
              <a:rPr lang="zh-CN" altLang="en-US" sz="9600" b="1" spc="300" dirty="0">
                <a:solidFill>
                  <a:srgbClr val="520576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Montserrat" charset="0"/>
              </a:rPr>
              <a:t>Conclusiones</a:t>
            </a:r>
            <a:endParaRPr lang="en-US" sz="9600" b="1" spc="300" dirty="0">
              <a:solidFill>
                <a:srgbClr val="520576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Montserrat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cxnSp>
        <p:nvCxnSpPr>
          <p:cNvPr id="5" name="Straight Connector 4"/>
          <p:cNvCxnSpPr/>
          <p:nvPr/>
        </p:nvCxnSpPr>
        <p:spPr>
          <a:xfrm>
            <a:off x="4339590" y="3557489"/>
            <a:ext cx="34747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9BE460CC-7E30-41A9-9581-A180E844ECA8}"/>
              </a:ext>
            </a:extLst>
          </p:cNvPr>
          <p:cNvSpPr/>
          <p:nvPr/>
        </p:nvSpPr>
        <p:spPr>
          <a:xfrm>
            <a:off x="0" y="0"/>
            <a:ext cx="12192000" cy="6875105"/>
          </a:xfrm>
          <a:prstGeom prst="rect">
            <a:avLst/>
          </a:prstGeom>
          <a:solidFill>
            <a:srgbClr val="7032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FABA65-CEA7-4D0D-B412-75E2164E9C30}"/>
              </a:ext>
            </a:extLst>
          </p:cNvPr>
          <p:cNvSpPr txBox="1"/>
          <p:nvPr/>
        </p:nvSpPr>
        <p:spPr>
          <a:xfrm>
            <a:off x="1963380" y="2759874"/>
            <a:ext cx="8681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altLang="zh-CN" sz="5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Thank You</a:t>
            </a:r>
            <a:endParaRPr lang="zh-CN" altLang="en-US" sz="54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166CB"/>
      </a:accent1>
      <a:accent2>
        <a:srgbClr val="7B67AD"/>
      </a:accent2>
      <a:accent3>
        <a:srgbClr val="692B7F"/>
      </a:accent3>
      <a:accent4>
        <a:srgbClr val="5F3477"/>
      </a:accent4>
      <a:accent5>
        <a:srgbClr val="9A5BA4"/>
      </a:accent5>
      <a:accent6>
        <a:srgbClr val="B196C6"/>
      </a:accent6>
      <a:hlink>
        <a:srgbClr val="B166CB"/>
      </a:hlink>
      <a:folHlink>
        <a:srgbClr val="BFBFBF"/>
      </a:folHlink>
    </a:clrScheme>
    <a:fontScheme name="自定义 4">
      <a:majorFont>
        <a:latin typeface="Perpetua Titling MT"/>
        <a:ea typeface="微软雅黑"/>
        <a:cs typeface=""/>
      </a:majorFont>
      <a:minorFont>
        <a:latin typeface="Perpetua Titling M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</TotalTime>
  <Words>802</Words>
  <Application>Microsoft Office PowerPoint</Application>
  <PresentationFormat>宽屏</PresentationFormat>
  <Paragraphs>166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宋体</vt:lpstr>
      <vt:lpstr>Impact</vt:lpstr>
      <vt:lpstr>思源宋体 CN Heavy</vt:lpstr>
      <vt:lpstr>等线</vt:lpstr>
      <vt:lpstr>Perpetua Titling MT</vt:lpstr>
      <vt:lpstr>微软雅黑 Light</vt:lpstr>
      <vt:lpstr>思源黑体 CN Bold</vt:lpstr>
      <vt:lpstr>思源宋体 CN</vt:lpstr>
      <vt:lpstr>Arial</vt:lpstr>
      <vt:lpstr>思源黑体 CN Normal</vt:lpstr>
      <vt:lpstr>方正清刻本悦宋简体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 b</dc:creator>
  <cp:lastModifiedBy>PPTAgent</cp:lastModifiedBy>
  <cp:revision>126</cp:revision>
  <dcterms:created xsi:type="dcterms:W3CDTF">2022-04-01T07:50:10Z</dcterms:created>
  <dcterms:modified xsi:type="dcterms:W3CDTF">2024-03-26T15:53:20Z</dcterms:modified>
</cp:coreProperties>
</file>